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Revue Supply Chain Q1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Analyse des Stocks et Performance Fournisseurs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des Stocks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Points Clés:</a:t>
            </a:r>
          </a:p>
          <a:p>
            <a:pPr lvl="1"/>
            <a:r>
              <a:t>Stock négatif détecté: SKU002 (-50 unités)</a:t>
            </a:r>
          </a:p>
          <a:p>
            <a:pPr lvl="1"/>
            <a:r>
              <a:t>4 produits sous le seuil de sécurité</a:t>
            </a:r>
          </a:p>
          <a:p>
            <a:pPr lvl="1"/>
            <a:r>
              <a:t>Taux de rotation: 6.2x par 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Fournisseurs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 Times:</a:t>
            </a:r>
          </a:p>
          <a:p>
            <a:pPr lvl="1"/>
            <a:r>
              <a:t>Fournisseur Alpha: 7 jours (95% fiabilité)</a:t>
            </a:r>
          </a:p>
          <a:p>
            <a:pPr lvl="1"/>
            <a:r>
              <a:t>Fournisseur Beta: 10 jours (88% fiabilité)</a:t>
            </a:r>
          </a:p>
          <a:p>
            <a:pPr lvl="1"/>
            <a:r>
              <a:t>Fournisseur Delta: 30 jours (75% fiabilité) ⚠️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